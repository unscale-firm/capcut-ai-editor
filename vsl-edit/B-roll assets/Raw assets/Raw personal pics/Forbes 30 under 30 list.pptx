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716"/>
    <a:srgbClr val="2032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1166" y="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39E8F5-06E5-480A-9F34-1DABA06AEF1D}" type="datetimeFigureOut">
              <a:rPr lang="fr-FR" smtClean="0"/>
              <a:t>15/02/2022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ECA0E9-5487-4D1D-8A16-7F396D9F8DD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3239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434DA-01B8-4756-BF54-7E1C686D37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7AE66E-9AF0-4D24-94EE-C390EB8494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1EC6F-4B10-4783-9D9D-492D43EE9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C9F7-7F0F-40A2-8DFF-3F79045AF138}" type="datetimeFigureOut">
              <a:rPr lang="fr-FR" smtClean="0"/>
              <a:t>15/02/2022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02C11-B3C7-4F88-8AEB-CC3EE7048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E7C44-BF42-4960-90FC-6610D5CC1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F4F3-D35A-4DE6-8B83-D285F4B9889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2023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2E915-3C69-4DCA-8E2B-426626324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C328F-97A0-4730-94C0-61C97CF9E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42A2F-A2AC-4105-A7CF-76C7E009F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C9F7-7F0F-40A2-8DFF-3F79045AF138}" type="datetimeFigureOut">
              <a:rPr lang="fr-FR" smtClean="0"/>
              <a:t>15/02/2022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D4741-AF79-4E34-9D78-065B70D36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9180C-F64A-4A9E-90B6-9E475E30C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F4F3-D35A-4DE6-8B83-D285F4B9889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1967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1F8FD-7A9F-4CE5-9E69-C1DD920F2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B490B-8584-46DF-987E-8A038EC91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E7C22-8460-4491-A179-C0AA87591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C9F7-7F0F-40A2-8DFF-3F79045AF138}" type="datetimeFigureOut">
              <a:rPr lang="fr-FR" smtClean="0"/>
              <a:t>15/02/2022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12EF4-BAEB-4567-8B47-027A29C67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C6A6B-E090-4075-8C1F-0CE482C8B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F4F3-D35A-4DE6-8B83-D285F4B9889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7890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6735C-9351-41D8-BC0B-E9ACE514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00958-090F-4963-B0E3-29336CB607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3C333-3796-4736-A3AA-32B724D923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892DB-849D-4C3B-9BA5-A029C3EFC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C9F7-7F0F-40A2-8DFF-3F79045AF138}" type="datetimeFigureOut">
              <a:rPr lang="fr-FR" smtClean="0"/>
              <a:t>15/02/2022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641EDD-E887-4958-A1DE-4C2E1B5F2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AB090F-8A85-4F50-BF1C-39B3ABA0B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F4F3-D35A-4DE6-8B83-D285F4B9889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1774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03EFF-7C28-446D-A3E4-CF35B6FF3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ED34C8-7147-4523-B427-25EA6FA4B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784C91-9EBE-4AFD-8308-FB505CD17C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C92C69-5222-43D0-8D67-C760EAE0AA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8A91B-45A6-43E9-AF08-4795DA23B0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9FD84B-0498-469F-8404-C6C72E712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C9F7-7F0F-40A2-8DFF-3F79045AF138}" type="datetimeFigureOut">
              <a:rPr lang="fr-FR" smtClean="0"/>
              <a:t>15/02/2022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D8F909-FE26-4606-BC9E-D6A8C00E3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EEA9D5-1DD8-4231-BF3C-8CDFB565F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F4F3-D35A-4DE6-8B83-D285F4B9889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5279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4E03E-99E9-46FE-A6B8-3FCEC9D60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E62993-082C-4928-8101-1C05FCD75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C9F7-7F0F-40A2-8DFF-3F79045AF138}" type="datetimeFigureOut">
              <a:rPr lang="fr-FR" smtClean="0"/>
              <a:t>15/02/2022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6EAB2B-A61B-4122-B9BC-3D720CAF6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D703DE-C779-4DE4-A77C-CF2B2A248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F4F3-D35A-4DE6-8B83-D285F4B9889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553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10DB20-CB2E-4AC1-B198-F734DF8CD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C9F7-7F0F-40A2-8DFF-3F79045AF138}" type="datetimeFigureOut">
              <a:rPr lang="fr-FR" smtClean="0"/>
              <a:t>15/02/2022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BF780E-62DD-4C2A-B757-A5EAF7B12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C02A3-8E8C-44AE-9706-630BF56D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F4F3-D35A-4DE6-8B83-D285F4B9889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8690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91D75-5DB1-4D71-A92E-BFB6FA85C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3F704-A691-4785-B6CE-DCD15C639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E8520-77FD-44A6-A7E0-978498C047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CCA35C-F6C4-4AA5-B4F6-F1BFD7098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C9F7-7F0F-40A2-8DFF-3F79045AF138}" type="datetimeFigureOut">
              <a:rPr lang="fr-FR" smtClean="0"/>
              <a:t>15/02/2022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654DCA-1B00-4622-8C81-9D0FB688A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BB859-4CE0-44B6-BFCB-5B26FF18B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F4F3-D35A-4DE6-8B83-D285F4B9889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5942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99F4D-C8CB-4DCB-A7B0-B93C21446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C8324E-9E86-4976-8EE9-7D1CEBEBD1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8901F5-1398-44F1-A253-2CF67D7C3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DC20A-6E63-43DB-9C8C-A9B5C03C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C9F7-7F0F-40A2-8DFF-3F79045AF138}" type="datetimeFigureOut">
              <a:rPr lang="fr-FR" smtClean="0"/>
              <a:t>15/02/2022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F69A1-5B8C-488F-A225-373A1BC74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C29E1B-19BB-4704-8762-F4EC44215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F4F3-D35A-4DE6-8B83-D285F4B9889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8363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836D2-EE5F-44B0-AF8B-96ACBB8FD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820F2F-F778-4FCA-9A06-3C6A44046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75D9F-D9B7-421A-9BC9-F4835D531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C9F7-7F0F-40A2-8DFF-3F79045AF138}" type="datetimeFigureOut">
              <a:rPr lang="fr-FR" smtClean="0"/>
              <a:t>15/02/2022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1C160-605C-468F-A316-A33AF1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A608F-9586-40FD-B159-EE88AB59F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F4F3-D35A-4DE6-8B83-D285F4B9889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5759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C9E450-9A95-4E9A-AA99-AAF3D5BE15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24E2B9-DBF9-4454-9478-D2628FA1FE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6C18D-1111-4209-80B0-E78B1937F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C9F7-7F0F-40A2-8DFF-3F79045AF138}" type="datetimeFigureOut">
              <a:rPr lang="fr-FR" smtClean="0"/>
              <a:t>15/02/2022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0A9CE-86E6-4A9D-AFC5-4DC4C429B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076FC-5CB5-42F8-A834-34DB96F29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F4F3-D35A-4DE6-8B83-D285F4B9889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1286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0D51DF-EF8F-4DFF-9866-FB072DF6B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FE53-6A62-4034-B79F-1A5A25FBB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C8752-5F79-4DEE-8942-24257131DF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AAC9F7-7F0F-40A2-8DFF-3F79045AF138}" type="datetimeFigureOut">
              <a:rPr lang="fr-FR" smtClean="0"/>
              <a:t>15/02/2022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80980-7172-402F-91F7-B9C26ABEC0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55543-59AF-4972-963B-DC9C5219D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91F4F3-D35A-4DE6-8B83-D285F4B9889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0959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A31651-774B-4F43-B0B1-59741D8E8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1727252"/>
            <a:ext cx="10934700" cy="47031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508FB4B-AE47-4114-AC5C-89BF6D5995E5}"/>
              </a:ext>
            </a:extLst>
          </p:cNvPr>
          <p:cNvSpPr/>
          <p:nvPr/>
        </p:nvSpPr>
        <p:spPr>
          <a:xfrm>
            <a:off x="495300" y="2126096"/>
            <a:ext cx="10934700" cy="4304314"/>
          </a:xfrm>
          <a:prstGeom prst="rect">
            <a:avLst/>
          </a:prstGeom>
          <a:solidFill>
            <a:srgbClr val="2032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87038C-A327-4AD7-9560-1DD22F1E9D51}"/>
              </a:ext>
            </a:extLst>
          </p:cNvPr>
          <p:cNvSpPr/>
          <p:nvPr/>
        </p:nvSpPr>
        <p:spPr>
          <a:xfrm>
            <a:off x="495300" y="246496"/>
            <a:ext cx="10934700" cy="1480756"/>
          </a:xfrm>
          <a:prstGeom prst="rect">
            <a:avLst/>
          </a:prstGeom>
          <a:solidFill>
            <a:srgbClr val="2032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C1E167-64E4-46BC-A4CC-165B4FA4E4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35" r="17282" b="-754"/>
          <a:stretch/>
        </p:blipFill>
        <p:spPr>
          <a:xfrm>
            <a:off x="3005664" y="255732"/>
            <a:ext cx="8138009" cy="14807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212649-13CB-4CD2-905A-637EAD0DCC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0011" t="4282" r="-1" b="-1"/>
          <a:stretch/>
        </p:blipFill>
        <p:spPr>
          <a:xfrm>
            <a:off x="495299" y="246496"/>
            <a:ext cx="2950441" cy="14807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E68476E-F24E-4CF9-B9F6-3F9F470A82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100" t="4879" b="-1"/>
          <a:stretch/>
        </p:blipFill>
        <p:spPr>
          <a:xfrm>
            <a:off x="8193232" y="255732"/>
            <a:ext cx="3236768" cy="14715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02F96CB-7D86-4298-B222-24A65F9D1C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100" t="4879" b="-1"/>
          <a:stretch/>
        </p:blipFill>
        <p:spPr>
          <a:xfrm>
            <a:off x="6775452" y="251116"/>
            <a:ext cx="3236768" cy="1471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ECA9C2-42BC-4A63-87DC-E64AB74ECE73}"/>
              </a:ext>
            </a:extLst>
          </p:cNvPr>
          <p:cNvSpPr txBox="1"/>
          <p:nvPr/>
        </p:nvSpPr>
        <p:spPr>
          <a:xfrm>
            <a:off x="6780360" y="865708"/>
            <a:ext cx="958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LIST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F1DC1E8-BF55-4FEC-BE66-4377552B48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8059" y="2339201"/>
            <a:ext cx="2002317" cy="202041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5F12702-1A19-45C2-A119-267B68E86E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982" t="57104" r="21639"/>
          <a:stretch/>
        </p:blipFill>
        <p:spPr>
          <a:xfrm>
            <a:off x="1038645" y="2355057"/>
            <a:ext cx="2006656" cy="204430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EF97C72-2480-4CB2-958B-B51D4E5B73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744" y="4421202"/>
            <a:ext cx="9978238" cy="198736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B51F356-B713-4898-9DA1-486D580012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4949" y="2331926"/>
            <a:ext cx="1946716" cy="212293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CD04B87-9E90-47AB-9910-F4D4A548B6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9689" y="2349903"/>
            <a:ext cx="2008348" cy="201437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E59B8076-A109-48F7-9F06-EC4C1FCE31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0152" y="2348247"/>
            <a:ext cx="2002317" cy="2002317"/>
          </a:xfrm>
          <a:prstGeom prst="rect">
            <a:avLst/>
          </a:prstGeom>
        </p:spPr>
      </p:pic>
      <p:pic>
        <p:nvPicPr>
          <p:cNvPr id="1026" name="Picture 2" descr="Logo Forbes PNG transparents - StickPNG">
            <a:extLst>
              <a:ext uri="{FF2B5EF4-FFF2-40B4-BE49-F238E27FC236}">
                <a16:creationId xmlns:a16="http://schemas.microsoft.com/office/drawing/2014/main" id="{768BF32C-9741-4479-96E8-4E2D2FAEC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27" y="794964"/>
            <a:ext cx="1464898" cy="572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0294DEF9-D15E-46E4-A206-6125095B1D1D}"/>
              </a:ext>
            </a:extLst>
          </p:cNvPr>
          <p:cNvSpPr/>
          <p:nvPr/>
        </p:nvSpPr>
        <p:spPr>
          <a:xfrm>
            <a:off x="565227" y="1828800"/>
            <a:ext cx="732449" cy="257752"/>
          </a:xfrm>
          <a:prstGeom prst="rect">
            <a:avLst/>
          </a:prstGeom>
          <a:solidFill>
            <a:srgbClr val="18171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9324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A31651-774B-4F43-B0B1-59741D8E8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1727252"/>
            <a:ext cx="10934700" cy="47031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508FB4B-AE47-4114-AC5C-89BF6D5995E5}"/>
              </a:ext>
            </a:extLst>
          </p:cNvPr>
          <p:cNvSpPr/>
          <p:nvPr/>
        </p:nvSpPr>
        <p:spPr>
          <a:xfrm>
            <a:off x="495300" y="2126096"/>
            <a:ext cx="10934700" cy="4304314"/>
          </a:xfrm>
          <a:prstGeom prst="rect">
            <a:avLst/>
          </a:prstGeom>
          <a:solidFill>
            <a:srgbClr val="2032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87038C-A327-4AD7-9560-1DD22F1E9D51}"/>
              </a:ext>
            </a:extLst>
          </p:cNvPr>
          <p:cNvSpPr/>
          <p:nvPr/>
        </p:nvSpPr>
        <p:spPr>
          <a:xfrm>
            <a:off x="495300" y="246496"/>
            <a:ext cx="10934700" cy="1480756"/>
          </a:xfrm>
          <a:prstGeom prst="rect">
            <a:avLst/>
          </a:prstGeom>
          <a:solidFill>
            <a:srgbClr val="2032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C1E167-64E4-46BC-A4CC-165B4FA4E4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35" r="17282" b="-754"/>
          <a:stretch/>
        </p:blipFill>
        <p:spPr>
          <a:xfrm>
            <a:off x="3005664" y="255732"/>
            <a:ext cx="8138009" cy="14807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212649-13CB-4CD2-905A-637EAD0DCC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0011" t="4282" r="-1" b="-1"/>
          <a:stretch/>
        </p:blipFill>
        <p:spPr>
          <a:xfrm>
            <a:off x="495299" y="246496"/>
            <a:ext cx="2950441" cy="14807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E68476E-F24E-4CF9-B9F6-3F9F470A82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100" t="4879" b="-1"/>
          <a:stretch/>
        </p:blipFill>
        <p:spPr>
          <a:xfrm>
            <a:off x="8193232" y="255732"/>
            <a:ext cx="3236768" cy="14715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02F96CB-7D86-4298-B222-24A65F9D1C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100" t="4879" b="-1"/>
          <a:stretch/>
        </p:blipFill>
        <p:spPr>
          <a:xfrm>
            <a:off x="6775452" y="251116"/>
            <a:ext cx="3236768" cy="1471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ECA9C2-42BC-4A63-87DC-E64AB74ECE73}"/>
              </a:ext>
            </a:extLst>
          </p:cNvPr>
          <p:cNvSpPr txBox="1"/>
          <p:nvPr/>
        </p:nvSpPr>
        <p:spPr>
          <a:xfrm>
            <a:off x="6780360" y="865708"/>
            <a:ext cx="958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LIST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F1DC1E8-BF55-4FEC-BE66-4377552B48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8059" y="2339201"/>
            <a:ext cx="2002317" cy="202041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5F12702-1A19-45C2-A119-267B68E86E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982" t="57104" r="21639"/>
          <a:stretch/>
        </p:blipFill>
        <p:spPr>
          <a:xfrm>
            <a:off x="1038645" y="2355057"/>
            <a:ext cx="2006656" cy="204430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EF97C72-2480-4CB2-958B-B51D4E5B73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744" y="4421202"/>
            <a:ext cx="9978238" cy="198736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B51F356-B713-4898-9DA1-486D580012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4949" y="2331926"/>
            <a:ext cx="1946716" cy="212293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CD04B87-9E90-47AB-9910-F4D4A548B6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9689" y="2349903"/>
            <a:ext cx="2008348" cy="201437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E59B8076-A109-48F7-9F06-EC4C1FCE31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0152" y="2348247"/>
            <a:ext cx="2002317" cy="2002317"/>
          </a:xfrm>
          <a:prstGeom prst="rect">
            <a:avLst/>
          </a:prstGeom>
        </p:spPr>
      </p:pic>
      <p:pic>
        <p:nvPicPr>
          <p:cNvPr id="1026" name="Picture 2" descr="Logo Forbes PNG transparents - StickPNG">
            <a:extLst>
              <a:ext uri="{FF2B5EF4-FFF2-40B4-BE49-F238E27FC236}">
                <a16:creationId xmlns:a16="http://schemas.microsoft.com/office/drawing/2014/main" id="{768BF32C-9741-4479-96E8-4E2D2FAEC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27" y="794964"/>
            <a:ext cx="1464898" cy="572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0294DEF9-D15E-46E4-A206-6125095B1D1D}"/>
              </a:ext>
            </a:extLst>
          </p:cNvPr>
          <p:cNvSpPr/>
          <p:nvPr/>
        </p:nvSpPr>
        <p:spPr>
          <a:xfrm>
            <a:off x="565227" y="1828800"/>
            <a:ext cx="732449" cy="257752"/>
          </a:xfrm>
          <a:prstGeom prst="rect">
            <a:avLst/>
          </a:prstGeom>
          <a:solidFill>
            <a:srgbClr val="18171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3113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962</TotalTime>
  <Words>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amine bounoughaz</dc:creator>
  <cp:lastModifiedBy>amine bounoughaz</cp:lastModifiedBy>
  <cp:revision>3</cp:revision>
  <dcterms:created xsi:type="dcterms:W3CDTF">2022-02-15T20:33:36Z</dcterms:created>
  <dcterms:modified xsi:type="dcterms:W3CDTF">2022-02-16T12:36:31Z</dcterms:modified>
</cp:coreProperties>
</file>